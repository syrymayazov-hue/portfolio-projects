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058400" cx="7772400"/>
  <p:notesSz cx="6858000" cy="9144000"/>
  <p:embeddedFontLst>
    <p:embeddedFont>
      <p:font typeface="Roboto Black"/>
      <p:bold r:id="rId27"/>
      <p:boldItalic r:id="rId28"/>
    </p:embeddedFont>
    <p:embeddedFont>
      <p:font typeface="Roboto Mono SemiBold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Roboto Medium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Black-boldItalic.fntdata"/><Relationship Id="rId27" Type="http://schemas.openxmlformats.org/officeDocument/2006/relationships/font" Target="fonts/Roboto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SemiBold-italic.fntdata"/><Relationship Id="rId30" Type="http://schemas.openxmlformats.org/officeDocument/2006/relationships/font" Target="fonts/RobotoMonoSemiBold-bold.fntdata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font" Target="fonts/RobotoMono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RobotoMedium-regular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Medium-italic.fntdata"/><Relationship Id="rId16" Type="http://schemas.openxmlformats.org/officeDocument/2006/relationships/slide" Target="slides/slide11.xml"/><Relationship Id="rId38" Type="http://schemas.openxmlformats.org/officeDocument/2006/relationships/font" Target="fonts/Roboto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3c850ad72_0_1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3c850ad7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3c850ad72_0_10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3c850ad7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53c20ba41_0_13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353c20ba4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53c20ba41_0_12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53c20ba4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53c20ba41_0_14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53c20ba4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53c20ba41_0_25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353c20ba41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9338e7841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9338e78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353c20ba41_0_15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353c20ba4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31e0388d6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531e0388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353c20ba41_0_39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353c20ba41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353c20ba41_0_16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353c20ba4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a53bb85a7_0_1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3a53bb85a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a53bb85a7_0_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3a53bb85a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5bdf5f3c5_0_6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45bdf5f3c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45bdf5f3c5_0_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45bdf5f3c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4a093c787_0_7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e4a093c78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e4a093c787_0_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e4a093c78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e4a093c787_0_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e4a093c78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353c20ba41_0_26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353c20ba41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53c20ba41_0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353c20ba4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25841c5695_0_1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25841c569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238075" y="654700"/>
            <a:ext cx="7315200" cy="9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/>
        </p:nvSpPr>
        <p:spPr>
          <a:xfrm>
            <a:off x="2522400" y="256900"/>
            <a:ext cx="27276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Cover - Black Text">
  <p:cSld name="CUSTOM_10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96"/>
            <a:ext cx="7772399" cy="1005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Cover - White Text">
  <p:cSld name="CUSTOM_10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896"/>
            <a:ext cx="7772399" cy="1005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t Grid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CUSTOM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0" y="4057953"/>
            <a:ext cx="7772400" cy="194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roller Map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210025" y="10924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subTitle"/>
          </p:nvPr>
        </p:nvSpPr>
        <p:spPr>
          <a:xfrm>
            <a:off x="210025" y="224725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subTitle"/>
          </p:nvPr>
        </p:nvSpPr>
        <p:spPr>
          <a:xfrm>
            <a:off x="210025" y="332082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4" type="subTitle"/>
          </p:nvPr>
        </p:nvSpPr>
        <p:spPr>
          <a:xfrm>
            <a:off x="210025" y="44215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5" type="subTitle"/>
          </p:nvPr>
        </p:nvSpPr>
        <p:spPr>
          <a:xfrm>
            <a:off x="210025" y="54612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6" type="subTitle"/>
          </p:nvPr>
        </p:nvSpPr>
        <p:spPr>
          <a:xfrm>
            <a:off x="210025" y="65280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7" type="subTitle"/>
          </p:nvPr>
        </p:nvSpPr>
        <p:spPr>
          <a:xfrm>
            <a:off x="210025" y="75948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8" type="subTitle"/>
          </p:nvPr>
        </p:nvSpPr>
        <p:spPr>
          <a:xfrm>
            <a:off x="210025" y="86616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9" type="subTitle"/>
          </p:nvPr>
        </p:nvSpPr>
        <p:spPr>
          <a:xfrm>
            <a:off x="6096050" y="10924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3" type="subTitle"/>
          </p:nvPr>
        </p:nvSpPr>
        <p:spPr>
          <a:xfrm>
            <a:off x="6096050" y="224725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4" type="subTitle"/>
          </p:nvPr>
        </p:nvSpPr>
        <p:spPr>
          <a:xfrm>
            <a:off x="6096050" y="332082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5" type="subTitle"/>
          </p:nvPr>
        </p:nvSpPr>
        <p:spPr>
          <a:xfrm>
            <a:off x="6096050" y="44215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6" type="subTitle"/>
          </p:nvPr>
        </p:nvSpPr>
        <p:spPr>
          <a:xfrm>
            <a:off x="6096050" y="54612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7" type="subTitle"/>
          </p:nvPr>
        </p:nvSpPr>
        <p:spPr>
          <a:xfrm>
            <a:off x="6096050" y="65280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8" type="subTitle"/>
          </p:nvPr>
        </p:nvSpPr>
        <p:spPr>
          <a:xfrm>
            <a:off x="6096050" y="75948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9" type="subTitle"/>
          </p:nvPr>
        </p:nvSpPr>
        <p:spPr>
          <a:xfrm>
            <a:off x="6096050" y="86616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0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1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2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 Map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10025" y="60979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2" type="subTitle"/>
          </p:nvPr>
        </p:nvSpPr>
        <p:spPr>
          <a:xfrm>
            <a:off x="210025" y="107375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3" type="subTitle"/>
          </p:nvPr>
        </p:nvSpPr>
        <p:spPr>
          <a:xfrm>
            <a:off x="210025" y="153774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4" type="subTitle"/>
          </p:nvPr>
        </p:nvSpPr>
        <p:spPr>
          <a:xfrm>
            <a:off x="210025" y="200171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5" type="subTitle"/>
          </p:nvPr>
        </p:nvSpPr>
        <p:spPr>
          <a:xfrm>
            <a:off x="210025" y="246569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6" type="subTitle"/>
          </p:nvPr>
        </p:nvSpPr>
        <p:spPr>
          <a:xfrm>
            <a:off x="210025" y="292966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7" type="subTitle"/>
          </p:nvPr>
        </p:nvSpPr>
        <p:spPr>
          <a:xfrm>
            <a:off x="210025" y="339364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8" type="subTitle"/>
          </p:nvPr>
        </p:nvSpPr>
        <p:spPr>
          <a:xfrm>
            <a:off x="210025" y="385761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9" type="subTitle"/>
          </p:nvPr>
        </p:nvSpPr>
        <p:spPr>
          <a:xfrm>
            <a:off x="210025" y="432159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3" type="subTitle"/>
          </p:nvPr>
        </p:nvSpPr>
        <p:spPr>
          <a:xfrm>
            <a:off x="210025" y="478556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4" type="subTitle"/>
          </p:nvPr>
        </p:nvSpPr>
        <p:spPr>
          <a:xfrm>
            <a:off x="210025" y="571351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5" type="subTitle"/>
          </p:nvPr>
        </p:nvSpPr>
        <p:spPr>
          <a:xfrm>
            <a:off x="6099450" y="59624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6" type="subTitle"/>
          </p:nvPr>
        </p:nvSpPr>
        <p:spPr>
          <a:xfrm>
            <a:off x="6099450" y="106022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7" type="subTitle"/>
          </p:nvPr>
        </p:nvSpPr>
        <p:spPr>
          <a:xfrm>
            <a:off x="6099450" y="152419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8" type="subTitle"/>
          </p:nvPr>
        </p:nvSpPr>
        <p:spPr>
          <a:xfrm>
            <a:off x="6099450" y="198817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9" type="subTitle"/>
          </p:nvPr>
        </p:nvSpPr>
        <p:spPr>
          <a:xfrm>
            <a:off x="6099450" y="245214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20" type="subTitle"/>
          </p:nvPr>
        </p:nvSpPr>
        <p:spPr>
          <a:xfrm>
            <a:off x="6099450" y="291612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1" type="subTitle"/>
          </p:nvPr>
        </p:nvSpPr>
        <p:spPr>
          <a:xfrm>
            <a:off x="6099450" y="338009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22" type="subTitle"/>
          </p:nvPr>
        </p:nvSpPr>
        <p:spPr>
          <a:xfrm>
            <a:off x="6099450" y="384407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3" type="subTitle"/>
          </p:nvPr>
        </p:nvSpPr>
        <p:spPr>
          <a:xfrm>
            <a:off x="6099450" y="430804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24" type="subTitle"/>
          </p:nvPr>
        </p:nvSpPr>
        <p:spPr>
          <a:xfrm>
            <a:off x="6099450" y="477202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5" type="subTitle"/>
          </p:nvPr>
        </p:nvSpPr>
        <p:spPr>
          <a:xfrm>
            <a:off x="6099450" y="5686423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6" type="subTitle"/>
          </p:nvPr>
        </p:nvSpPr>
        <p:spPr>
          <a:xfrm>
            <a:off x="6099450" y="6150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27" type="subTitle"/>
          </p:nvPr>
        </p:nvSpPr>
        <p:spPr>
          <a:xfrm>
            <a:off x="6099450" y="6614373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28" type="subTitle"/>
          </p:nvPr>
        </p:nvSpPr>
        <p:spPr>
          <a:xfrm>
            <a:off x="6099450" y="707834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9" type="subTitle"/>
          </p:nvPr>
        </p:nvSpPr>
        <p:spPr>
          <a:xfrm>
            <a:off x="6099450" y="7542323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30" type="subTitle"/>
          </p:nvPr>
        </p:nvSpPr>
        <p:spPr>
          <a:xfrm>
            <a:off x="6099450" y="7972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31" type="subTitle"/>
          </p:nvPr>
        </p:nvSpPr>
        <p:spPr>
          <a:xfrm>
            <a:off x="6099450" y="8436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32" type="subTitle"/>
          </p:nvPr>
        </p:nvSpPr>
        <p:spPr>
          <a:xfrm>
            <a:off x="6099450" y="8900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33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34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35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d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14950" y="235900"/>
            <a:ext cx="7331700" cy="91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Scale Grid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Scale Grid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Scale Grid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ekly Planner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2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body"/>
          </p:nvPr>
        </p:nvSpPr>
        <p:spPr>
          <a:xfrm>
            <a:off x="230350" y="1077550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4" type="body"/>
          </p:nvPr>
        </p:nvSpPr>
        <p:spPr>
          <a:xfrm>
            <a:off x="230350" y="2512482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5" type="body"/>
          </p:nvPr>
        </p:nvSpPr>
        <p:spPr>
          <a:xfrm>
            <a:off x="230350" y="3961278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body"/>
          </p:nvPr>
        </p:nvSpPr>
        <p:spPr>
          <a:xfrm>
            <a:off x="230350" y="5389300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7" type="body"/>
          </p:nvPr>
        </p:nvSpPr>
        <p:spPr>
          <a:xfrm>
            <a:off x="230350" y="8273046"/>
            <a:ext cx="36549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8" type="body"/>
          </p:nvPr>
        </p:nvSpPr>
        <p:spPr>
          <a:xfrm>
            <a:off x="3885175" y="8273046"/>
            <a:ext cx="36549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9" type="body"/>
          </p:nvPr>
        </p:nvSpPr>
        <p:spPr>
          <a:xfrm>
            <a:off x="230350" y="6831175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type="title"/>
          </p:nvPr>
        </p:nvSpPr>
        <p:spPr>
          <a:xfrm>
            <a:off x="239925" y="166100"/>
            <a:ext cx="72954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b="1" sz="3000">
                <a:solidFill>
                  <a:srgbClr val="CC41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d Calendar V2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2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/>
        </p:nvSpPr>
        <p:spPr>
          <a:xfrm>
            <a:off x="665550" y="1948125"/>
            <a:ext cx="6869700" cy="70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239925" y="166100"/>
            <a:ext cx="72954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b="1" sz="3000">
                <a:solidFill>
                  <a:srgbClr val="CC41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d Calendar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239925" y="166100"/>
            <a:ext cx="72954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b="1" sz="3000">
                <a:solidFill>
                  <a:srgbClr val="CC41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Field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5950100" y="7925139"/>
            <a:ext cx="10173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Roboto"/>
                <a:ea typeface="Roboto"/>
                <a:cs typeface="Roboto"/>
                <a:sym typeface="Roboto"/>
              </a:rPr>
              <a:t>1/24th Scale</a:t>
            </a:r>
            <a:endParaRPr b="1"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7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ing Field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5950100" y="7925139"/>
            <a:ext cx="10173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Roboto"/>
                <a:ea typeface="Roboto"/>
                <a:cs typeface="Roboto"/>
                <a:sym typeface="Roboto"/>
              </a:rPr>
              <a:t>1/24th Scale</a:t>
            </a:r>
            <a:endParaRPr b="1"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Blank">
  <p:cSld name="CUSTOM_1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612175" y="9344165"/>
            <a:ext cx="6895500" cy="2295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1" type="subTitle"/>
          </p:nvPr>
        </p:nvSpPr>
        <p:spPr>
          <a:xfrm>
            <a:off x="612175" y="9582277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2" type="subTitle"/>
          </p:nvPr>
        </p:nvSpPr>
        <p:spPr>
          <a:xfrm>
            <a:off x="4310750" y="9582252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■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■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■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://vex.com" TargetMode="External"/><Relationship Id="rId10" Type="http://schemas.openxmlformats.org/officeDocument/2006/relationships/hyperlink" Target="https://kb.roboticseducation.org/hc/en-us/articles/4461349729047" TargetMode="External"/><Relationship Id="rId13" Type="http://schemas.openxmlformats.org/officeDocument/2006/relationships/hyperlink" Target="https://www.roboticseducation.org/teams/vex-robotics-competition/" TargetMode="External"/><Relationship Id="rId12" Type="http://schemas.openxmlformats.org/officeDocument/2006/relationships/hyperlink" Target="http://roboticseducation.org" TargetMode="External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hyperlink" Target="http://engineering.vex.com" TargetMode="External"/><Relationship Id="rId9" Type="http://schemas.openxmlformats.org/officeDocument/2006/relationships/hyperlink" Target="http://coding.vex.com" TargetMode="External"/><Relationship Id="rId15" Type="http://schemas.openxmlformats.org/officeDocument/2006/relationships/hyperlink" Target="http://students.vex.com" TargetMode="External"/><Relationship Id="rId14" Type="http://schemas.openxmlformats.org/officeDocument/2006/relationships/hyperlink" Target="mailto:notebooks@vex.com" TargetMode="External"/><Relationship Id="rId17" Type="http://schemas.openxmlformats.org/officeDocument/2006/relationships/hyperlink" Target="https://docs.google.com/document/u/0/d/1mFrhRoga-YyNwniFTb7fr12yqKptFdMtSair4D-TQJ8/edit" TargetMode="External"/><Relationship Id="rId16" Type="http://schemas.openxmlformats.org/officeDocument/2006/relationships/hyperlink" Target="http://mentors.vex.com" TargetMode="External"/><Relationship Id="rId5" Type="http://schemas.openxmlformats.org/officeDocument/2006/relationships/hyperlink" Target="http://engineering.vex.com" TargetMode="External"/><Relationship Id="rId6" Type="http://schemas.openxmlformats.org/officeDocument/2006/relationships/hyperlink" Target="http://notebooking.vex.com" TargetMode="External"/><Relationship Id="rId18" Type="http://schemas.openxmlformats.org/officeDocument/2006/relationships/hyperlink" Target="http://library.vex.com" TargetMode="External"/><Relationship Id="rId7" Type="http://schemas.openxmlformats.org/officeDocument/2006/relationships/hyperlink" Target="http://notebooking.vex.com" TargetMode="External"/><Relationship Id="rId8" Type="http://schemas.openxmlformats.org/officeDocument/2006/relationships/hyperlink" Target="http://coding.vex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4294967295" type="subTitle"/>
          </p:nvPr>
        </p:nvSpPr>
        <p:spPr>
          <a:xfrm>
            <a:off x="1113825" y="6697129"/>
            <a:ext cx="6658500" cy="42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EngiNova </a:t>
            </a:r>
            <a:endParaRPr b="1" sz="2500"/>
          </a:p>
        </p:txBody>
      </p:sp>
      <p:sp>
        <p:nvSpPr>
          <p:cNvPr id="145" name="Google Shape;145;p21"/>
          <p:cNvSpPr txBox="1"/>
          <p:nvPr>
            <p:ph idx="4294967295" type="subTitle"/>
          </p:nvPr>
        </p:nvSpPr>
        <p:spPr>
          <a:xfrm>
            <a:off x="4725366" y="7811804"/>
            <a:ext cx="686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6" name="Google Shape;146;p21"/>
          <p:cNvSpPr txBox="1"/>
          <p:nvPr>
            <p:ph idx="4294967295" type="subTitle"/>
          </p:nvPr>
        </p:nvSpPr>
        <p:spPr>
          <a:xfrm>
            <a:off x="5730650" y="7811803"/>
            <a:ext cx="909900" cy="238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1118400" y="5257830"/>
            <a:ext cx="48303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latin typeface="Roboto Black"/>
                <a:ea typeface="Roboto Black"/>
                <a:cs typeface="Roboto Black"/>
                <a:sym typeface="Roboto Black"/>
              </a:rPr>
              <a:t>1737X</a:t>
            </a:r>
            <a:endParaRPr sz="72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8" name="Google Shape;148;p21"/>
          <p:cNvSpPr txBox="1"/>
          <p:nvPr>
            <p:ph idx="3" type="subTitle"/>
          </p:nvPr>
        </p:nvSpPr>
        <p:spPr>
          <a:xfrm>
            <a:off x="1113825" y="7309979"/>
            <a:ext cx="66585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Makerspace Almaty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2905426" y="7811804"/>
            <a:ext cx="1729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28.02.24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1113825" y="7811804"/>
            <a:ext cx="1729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13.02.24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1119175" y="2252375"/>
            <a:ext cx="6429900" cy="3058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This is an alternate front page.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Place a team photo or other information here.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6499425" y="8243475"/>
            <a:ext cx="12729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V3.1 Date 10.3.24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175" y="2199325"/>
            <a:ext cx="6429901" cy="3058499"/>
          </a:xfrm>
          <a:prstGeom prst="rect">
            <a:avLst/>
          </a:prstGeom>
          <a:solidFill>
            <a:srgbClr val="D9EAD3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Changelog</a:t>
            </a:r>
            <a:endParaRPr/>
          </a:p>
        </p:txBody>
      </p:sp>
      <p:sp>
        <p:nvSpPr>
          <p:cNvPr id="159" name="Google Shape;159;p22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Christine </a:t>
            </a:r>
            <a:endParaRPr/>
          </a:p>
        </p:txBody>
      </p:sp>
      <p:sp>
        <p:nvSpPr>
          <p:cNvPr id="160" name="Google Shape;160;p22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10/03/2024</a:t>
            </a:r>
            <a:endParaRPr/>
          </a:p>
        </p:txBody>
      </p:sp>
      <p:sp>
        <p:nvSpPr>
          <p:cNvPr id="161" name="Google Shape;161;p22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2" name="Google Shape;162;p22"/>
          <p:cNvSpPr txBox="1"/>
          <p:nvPr>
            <p:ph idx="4" type="subTitle"/>
          </p:nvPr>
        </p:nvSpPr>
        <p:spPr>
          <a:xfrm>
            <a:off x="238075" y="476125"/>
            <a:ext cx="7320600" cy="50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Changelog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V3.1 Date 10.03.24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Updated field maps to match rule change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V3.0 Date 6.10.24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Added field maps for 2024-2025 “High Stakes” Game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Added updated calendar pages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V2.1   Date 6.12.23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Added new calendar and planner layouts starting on slide 21. These are </a:t>
            </a:r>
            <a:r>
              <a:rPr i="1" lang="en"/>
              <a:t>not</a:t>
            </a:r>
            <a:r>
              <a:rPr lang="en"/>
              <a:t> </a:t>
            </a:r>
            <a:r>
              <a:rPr lang="en"/>
              <a:t>in </a:t>
            </a:r>
            <a:r>
              <a:rPr lang="en"/>
              <a:t>the “layouts” dropdown, so if you delete one by mistake you will need to copy it from the template again. This keeps the layout options from getting too crowded.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Added more customizable front covers. There is an option with black text for lighter colors and an option with white text for darker colors. 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Moved extra controller map and brain map assets to parts library document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Changed the divider page to be customizable.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V2.0   Date 5.15.23 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Added new template pages for controller map &amp; brain map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Updated field map to 2023-2024 “Over Under” Game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Added second title page template for additional customizability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2526775" y="5698200"/>
            <a:ext cx="2743200" cy="2743200"/>
          </a:xfrm>
          <a:prstGeom prst="rect">
            <a:avLst/>
          </a:prstGeom>
          <a:solidFill>
            <a:srgbClr val="F4CCCC"/>
          </a:solidFill>
          <a:ln>
            <a:noFill/>
          </a:ln>
          <a:effectLst>
            <a:outerShdw blurRad="57150" rotWithShape="0" algn="bl" dir="2760000" dist="476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 SemiBold"/>
                <a:ea typeface="Roboto Mono SemiBold"/>
                <a:cs typeface="Roboto Mono SemiBold"/>
                <a:sym typeface="Roboto Mono SemiBold"/>
              </a:rPr>
              <a:t>You can</a:t>
            </a:r>
            <a:r>
              <a:rPr lang="en">
                <a:latin typeface="Roboto Mono SemiBold"/>
                <a:ea typeface="Roboto Mono SemiBold"/>
                <a:cs typeface="Roboto Mono SemiBold"/>
                <a:sym typeface="Roboto Mono SemiBold"/>
              </a:rPr>
              <a:t> delete this page from your Team’s notebook!</a:t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/>
        </p:nvSpPr>
        <p:spPr>
          <a:xfrm>
            <a:off x="232975" y="6646500"/>
            <a:ext cx="7297200" cy="29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engineering</a:t>
            </a:r>
            <a:r>
              <a:rPr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/>
              </a:rPr>
              <a:t>.vex.com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6"/>
              </a:rPr>
              <a:t>notebooking</a:t>
            </a:r>
            <a:r>
              <a:rPr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/>
              </a:rPr>
              <a:t>.vex.com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8"/>
              </a:rPr>
              <a:t>coding</a:t>
            </a:r>
            <a:r>
              <a:rPr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9"/>
              </a:rPr>
              <a:t>.vex.com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Judging Rubric for Notebooks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1"/>
              </a:rPr>
              <a:t>vex.com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2"/>
              </a:rPr>
              <a:t>roboticseducation.org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3"/>
              </a:rPr>
              <a:t>V5RC 2024-2025 Game</a:t>
            </a: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lang="en" sz="1500"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ules </a:t>
            </a:r>
            <a:r>
              <a:rPr lang="en" sz="1500">
                <a:latin typeface="Roboto"/>
                <a:ea typeface="Roboto"/>
                <a:cs typeface="Roboto"/>
                <a:sym typeface="Roboto"/>
              </a:rPr>
              <a:t>&amp;</a:t>
            </a: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ame </a:t>
            </a:r>
            <a:r>
              <a:rPr lang="en" sz="1500"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ideo</a:t>
            </a:r>
            <a:endParaRPr sz="15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Send suggestions and comments about these Digital Notebooks and Digital Parts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to </a:t>
            </a:r>
            <a:r>
              <a:rPr b="1" lang="en" sz="15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4"/>
              </a:rPr>
              <a:t>notebooks@vex.com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3">
            <a:hlinkClick r:id="rId15"/>
          </p:cNvPr>
          <p:cNvSpPr/>
          <p:nvPr/>
        </p:nvSpPr>
        <p:spPr>
          <a:xfrm>
            <a:off x="679800" y="754375"/>
            <a:ext cx="3102000" cy="2039700"/>
          </a:xfrm>
          <a:prstGeom prst="roundRect">
            <a:avLst>
              <a:gd fmla="val 6825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>
            <a:hlinkClick r:id="rId16"/>
          </p:cNvPr>
          <p:cNvSpPr/>
          <p:nvPr/>
        </p:nvSpPr>
        <p:spPr>
          <a:xfrm>
            <a:off x="3999600" y="754375"/>
            <a:ext cx="3102000" cy="2039700"/>
          </a:xfrm>
          <a:prstGeom prst="roundRect">
            <a:avLst>
              <a:gd fmla="val 6825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>
            <a:hlinkClick r:id="rId17"/>
          </p:cNvPr>
          <p:cNvSpPr/>
          <p:nvPr/>
        </p:nvSpPr>
        <p:spPr>
          <a:xfrm>
            <a:off x="679800" y="3027175"/>
            <a:ext cx="3102000" cy="2039700"/>
          </a:xfrm>
          <a:prstGeom prst="roundRect">
            <a:avLst>
              <a:gd fmla="val 6825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>
            <a:hlinkClick r:id="rId18"/>
          </p:cNvPr>
          <p:cNvSpPr/>
          <p:nvPr/>
        </p:nvSpPr>
        <p:spPr>
          <a:xfrm>
            <a:off x="3999600" y="3027175"/>
            <a:ext cx="3102000" cy="2039700"/>
          </a:xfrm>
          <a:prstGeom prst="roundRect">
            <a:avLst>
              <a:gd fmla="val 6825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>
            <p:ph type="title"/>
          </p:nvPr>
        </p:nvSpPr>
        <p:spPr>
          <a:xfrm>
            <a:off x="3260100" y="291775"/>
            <a:ext cx="12522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Resources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" type="subTitle"/>
          </p:nvPr>
        </p:nvSpPr>
        <p:spPr>
          <a:xfrm>
            <a:off x="228600" y="649224"/>
            <a:ext cx="7315200" cy="91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12345	Title Title Title									Date Date Date</a:t>
            </a:r>
            <a:endParaRPr/>
          </a:p>
        </p:txBody>
      </p:sp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9057"/>
            <a:ext cx="7772399" cy="956028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4500350" y="7590475"/>
            <a:ext cx="62100" cy="12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 txBox="1"/>
          <p:nvPr>
            <p:ph idx="4" type="subTitle"/>
          </p:nvPr>
        </p:nvSpPr>
        <p:spPr>
          <a:xfrm>
            <a:off x="214950" y="235900"/>
            <a:ext cx="7331700" cy="91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20"/>
            <a:ext cx="7772401" cy="10045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20000" cy="931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0" y="4057953"/>
            <a:ext cx="7772400" cy="194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8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56749" cy="9075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9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19" name="Google Shape;21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7731" y="222571"/>
            <a:ext cx="457200" cy="914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731" y="-228932"/>
            <a:ext cx="914400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876" y="380675"/>
            <a:ext cx="7229074" cy="884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743" y="226165"/>
            <a:ext cx="240030" cy="800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572" y="-10293"/>
            <a:ext cx="8000998" cy="239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40" name="Google Shape;2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0" y="228026"/>
            <a:ext cx="174934" cy="534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715" y="53096"/>
            <a:ext cx="5340099" cy="174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2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93976" cy="907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93975" cy="907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idx="1" type="subTitle"/>
          </p:nvPr>
        </p:nvSpPr>
        <p:spPr>
          <a:xfrm>
            <a:off x="210025" y="60979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</a:t>
            </a:r>
            <a:endParaRPr/>
          </a:p>
        </p:txBody>
      </p:sp>
      <p:sp>
        <p:nvSpPr>
          <p:cNvPr id="265" name="Google Shape;265;p34"/>
          <p:cNvSpPr txBox="1"/>
          <p:nvPr>
            <p:ph idx="2" type="subTitle"/>
          </p:nvPr>
        </p:nvSpPr>
        <p:spPr>
          <a:xfrm>
            <a:off x="210025" y="107375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4"/>
          <p:cNvSpPr txBox="1"/>
          <p:nvPr>
            <p:ph idx="3" type="subTitle"/>
          </p:nvPr>
        </p:nvSpPr>
        <p:spPr>
          <a:xfrm>
            <a:off x="210025" y="153774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"/>
          <p:cNvSpPr txBox="1"/>
          <p:nvPr>
            <p:ph idx="4" type="subTitle"/>
          </p:nvPr>
        </p:nvSpPr>
        <p:spPr>
          <a:xfrm>
            <a:off x="210025" y="200171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4"/>
          <p:cNvSpPr txBox="1"/>
          <p:nvPr>
            <p:ph idx="5" type="subTitle"/>
          </p:nvPr>
        </p:nvSpPr>
        <p:spPr>
          <a:xfrm>
            <a:off x="210025" y="246569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"/>
          <p:cNvSpPr txBox="1"/>
          <p:nvPr>
            <p:ph idx="6" type="subTitle"/>
          </p:nvPr>
        </p:nvSpPr>
        <p:spPr>
          <a:xfrm>
            <a:off x="210025" y="292966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4"/>
          <p:cNvSpPr txBox="1"/>
          <p:nvPr>
            <p:ph idx="7" type="subTitle"/>
          </p:nvPr>
        </p:nvSpPr>
        <p:spPr>
          <a:xfrm>
            <a:off x="210025" y="339364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 txBox="1"/>
          <p:nvPr>
            <p:ph idx="8" type="subTitle"/>
          </p:nvPr>
        </p:nvSpPr>
        <p:spPr>
          <a:xfrm>
            <a:off x="210025" y="385761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4"/>
          <p:cNvSpPr txBox="1"/>
          <p:nvPr>
            <p:ph idx="9" type="subTitle"/>
          </p:nvPr>
        </p:nvSpPr>
        <p:spPr>
          <a:xfrm>
            <a:off x="210025" y="4321592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4"/>
          <p:cNvSpPr txBox="1"/>
          <p:nvPr>
            <p:ph idx="13" type="subTitle"/>
          </p:nvPr>
        </p:nvSpPr>
        <p:spPr>
          <a:xfrm>
            <a:off x="210025" y="478556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4"/>
          <p:cNvSpPr txBox="1"/>
          <p:nvPr>
            <p:ph idx="14" type="subTitle"/>
          </p:nvPr>
        </p:nvSpPr>
        <p:spPr>
          <a:xfrm>
            <a:off x="210025" y="5713517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4"/>
          <p:cNvSpPr txBox="1"/>
          <p:nvPr>
            <p:ph idx="15" type="subTitle"/>
          </p:nvPr>
        </p:nvSpPr>
        <p:spPr>
          <a:xfrm>
            <a:off x="6099450" y="59624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</a:t>
            </a:r>
            <a:endParaRPr/>
          </a:p>
        </p:txBody>
      </p:sp>
      <p:sp>
        <p:nvSpPr>
          <p:cNvPr id="276" name="Google Shape;276;p34"/>
          <p:cNvSpPr txBox="1"/>
          <p:nvPr>
            <p:ph idx="16" type="subTitle"/>
          </p:nvPr>
        </p:nvSpPr>
        <p:spPr>
          <a:xfrm>
            <a:off x="6099450" y="106022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77" name="Google Shape;277;p34"/>
          <p:cNvSpPr txBox="1"/>
          <p:nvPr>
            <p:ph idx="17" type="subTitle"/>
          </p:nvPr>
        </p:nvSpPr>
        <p:spPr>
          <a:xfrm>
            <a:off x="6099450" y="152419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78" name="Google Shape;278;p34"/>
          <p:cNvSpPr txBox="1"/>
          <p:nvPr>
            <p:ph idx="18" type="subTitle"/>
          </p:nvPr>
        </p:nvSpPr>
        <p:spPr>
          <a:xfrm>
            <a:off x="6099450" y="198817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79" name="Google Shape;279;p34"/>
          <p:cNvSpPr txBox="1"/>
          <p:nvPr>
            <p:ph idx="19" type="subTitle"/>
          </p:nvPr>
        </p:nvSpPr>
        <p:spPr>
          <a:xfrm>
            <a:off x="6099450" y="245214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0" name="Google Shape;280;p34"/>
          <p:cNvSpPr txBox="1"/>
          <p:nvPr>
            <p:ph idx="20" type="subTitle"/>
          </p:nvPr>
        </p:nvSpPr>
        <p:spPr>
          <a:xfrm>
            <a:off x="6099450" y="291612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1" name="Google Shape;281;p34"/>
          <p:cNvSpPr txBox="1"/>
          <p:nvPr>
            <p:ph idx="21" type="subTitle"/>
          </p:nvPr>
        </p:nvSpPr>
        <p:spPr>
          <a:xfrm>
            <a:off x="6099450" y="338009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2" name="Google Shape;282;p34"/>
          <p:cNvSpPr txBox="1"/>
          <p:nvPr>
            <p:ph idx="22" type="subTitle"/>
          </p:nvPr>
        </p:nvSpPr>
        <p:spPr>
          <a:xfrm>
            <a:off x="6099450" y="384407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3" name="Google Shape;283;p34"/>
          <p:cNvSpPr txBox="1"/>
          <p:nvPr>
            <p:ph idx="23" type="subTitle"/>
          </p:nvPr>
        </p:nvSpPr>
        <p:spPr>
          <a:xfrm>
            <a:off x="6099450" y="430804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4" name="Google Shape;284;p34"/>
          <p:cNvSpPr txBox="1"/>
          <p:nvPr>
            <p:ph idx="24" type="subTitle"/>
          </p:nvPr>
        </p:nvSpPr>
        <p:spPr>
          <a:xfrm>
            <a:off x="6099450" y="477202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5" name="Google Shape;285;p34"/>
          <p:cNvSpPr txBox="1"/>
          <p:nvPr>
            <p:ph idx="25" type="subTitle"/>
          </p:nvPr>
        </p:nvSpPr>
        <p:spPr>
          <a:xfrm>
            <a:off x="6099450" y="5686423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6" name="Google Shape;286;p34"/>
          <p:cNvSpPr txBox="1"/>
          <p:nvPr>
            <p:ph idx="26" type="subTitle"/>
          </p:nvPr>
        </p:nvSpPr>
        <p:spPr>
          <a:xfrm>
            <a:off x="6099450" y="6150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7" name="Google Shape;287;p34"/>
          <p:cNvSpPr txBox="1"/>
          <p:nvPr>
            <p:ph idx="27" type="subTitle"/>
          </p:nvPr>
        </p:nvSpPr>
        <p:spPr>
          <a:xfrm>
            <a:off x="6099450" y="6614373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8" name="Google Shape;288;p34"/>
          <p:cNvSpPr txBox="1"/>
          <p:nvPr>
            <p:ph idx="28" type="subTitle"/>
          </p:nvPr>
        </p:nvSpPr>
        <p:spPr>
          <a:xfrm>
            <a:off x="6099450" y="707834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89" name="Google Shape;289;p34"/>
          <p:cNvSpPr txBox="1"/>
          <p:nvPr>
            <p:ph idx="29" type="subTitle"/>
          </p:nvPr>
        </p:nvSpPr>
        <p:spPr>
          <a:xfrm>
            <a:off x="6099450" y="7542323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90" name="Google Shape;290;p34"/>
          <p:cNvSpPr txBox="1"/>
          <p:nvPr>
            <p:ph idx="30" type="subTitle"/>
          </p:nvPr>
        </p:nvSpPr>
        <p:spPr>
          <a:xfrm>
            <a:off x="6099450" y="7972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91" name="Google Shape;291;p34"/>
          <p:cNvSpPr txBox="1"/>
          <p:nvPr>
            <p:ph idx="31" type="subTitle"/>
          </p:nvPr>
        </p:nvSpPr>
        <p:spPr>
          <a:xfrm>
            <a:off x="6099450" y="8436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92" name="Google Shape;292;p34"/>
          <p:cNvSpPr txBox="1"/>
          <p:nvPr>
            <p:ph idx="32" type="subTitle"/>
          </p:nvPr>
        </p:nvSpPr>
        <p:spPr>
          <a:xfrm>
            <a:off x="6099450" y="8900398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PORT</a:t>
            </a:r>
            <a:endParaRPr/>
          </a:p>
        </p:txBody>
      </p:sp>
      <p:sp>
        <p:nvSpPr>
          <p:cNvPr id="293" name="Google Shape;293;p34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4"/>
          <p:cNvSpPr txBox="1"/>
          <p:nvPr>
            <p:ph idx="33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 txBox="1"/>
          <p:nvPr>
            <p:ph idx="34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"/>
          <p:cNvSpPr txBox="1"/>
          <p:nvPr>
            <p:ph idx="35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idx="1" type="subTitle"/>
          </p:nvPr>
        </p:nvSpPr>
        <p:spPr>
          <a:xfrm>
            <a:off x="210025" y="10924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BUMPER</a:t>
            </a:r>
            <a:endParaRPr/>
          </a:p>
        </p:txBody>
      </p:sp>
      <p:sp>
        <p:nvSpPr>
          <p:cNvPr id="302" name="Google Shape;302;p35"/>
          <p:cNvSpPr txBox="1"/>
          <p:nvPr>
            <p:ph idx="2" type="subTitle"/>
          </p:nvPr>
        </p:nvSpPr>
        <p:spPr>
          <a:xfrm>
            <a:off x="210025" y="224725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BUMPER</a:t>
            </a:r>
            <a:endParaRPr/>
          </a:p>
        </p:txBody>
      </p:sp>
      <p:sp>
        <p:nvSpPr>
          <p:cNvPr id="303" name="Google Shape;303;p35"/>
          <p:cNvSpPr txBox="1"/>
          <p:nvPr>
            <p:ph idx="3" type="subTitle"/>
          </p:nvPr>
        </p:nvSpPr>
        <p:spPr>
          <a:xfrm>
            <a:off x="210025" y="332082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STICK</a:t>
            </a:r>
            <a:endParaRPr/>
          </a:p>
        </p:txBody>
      </p:sp>
      <p:sp>
        <p:nvSpPr>
          <p:cNvPr id="304" name="Google Shape;304;p35"/>
          <p:cNvSpPr txBox="1"/>
          <p:nvPr>
            <p:ph idx="4" type="subTitle"/>
          </p:nvPr>
        </p:nvSpPr>
        <p:spPr>
          <a:xfrm>
            <a:off x="210025" y="44215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STICK</a:t>
            </a:r>
            <a:endParaRPr/>
          </a:p>
        </p:txBody>
      </p:sp>
      <p:sp>
        <p:nvSpPr>
          <p:cNvPr id="305" name="Google Shape;305;p35"/>
          <p:cNvSpPr txBox="1"/>
          <p:nvPr>
            <p:ph idx="5" type="subTitle"/>
          </p:nvPr>
        </p:nvSpPr>
        <p:spPr>
          <a:xfrm>
            <a:off x="210025" y="54612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BUTTON</a:t>
            </a:r>
            <a:endParaRPr/>
          </a:p>
        </p:txBody>
      </p:sp>
      <p:sp>
        <p:nvSpPr>
          <p:cNvPr id="306" name="Google Shape;306;p35"/>
          <p:cNvSpPr txBox="1"/>
          <p:nvPr>
            <p:ph idx="6" type="subTitle"/>
          </p:nvPr>
        </p:nvSpPr>
        <p:spPr>
          <a:xfrm>
            <a:off x="210025" y="65280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BUTTON</a:t>
            </a:r>
            <a:endParaRPr/>
          </a:p>
        </p:txBody>
      </p:sp>
      <p:sp>
        <p:nvSpPr>
          <p:cNvPr id="307" name="Google Shape;307;p35"/>
          <p:cNvSpPr txBox="1"/>
          <p:nvPr>
            <p:ph idx="7" type="subTitle"/>
          </p:nvPr>
        </p:nvSpPr>
        <p:spPr>
          <a:xfrm>
            <a:off x="210025" y="75948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BUTTON</a:t>
            </a:r>
            <a:endParaRPr/>
          </a:p>
        </p:txBody>
      </p:sp>
      <p:sp>
        <p:nvSpPr>
          <p:cNvPr id="308" name="Google Shape;308;p35"/>
          <p:cNvSpPr txBox="1"/>
          <p:nvPr>
            <p:ph idx="8" type="subTitle"/>
          </p:nvPr>
        </p:nvSpPr>
        <p:spPr>
          <a:xfrm>
            <a:off x="210025" y="86616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BUTTON</a:t>
            </a:r>
            <a:endParaRPr/>
          </a:p>
        </p:txBody>
      </p:sp>
      <p:sp>
        <p:nvSpPr>
          <p:cNvPr id="309" name="Google Shape;309;p35"/>
          <p:cNvSpPr txBox="1"/>
          <p:nvPr>
            <p:ph idx="9" type="subTitle"/>
          </p:nvPr>
        </p:nvSpPr>
        <p:spPr>
          <a:xfrm>
            <a:off x="6096050" y="10924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BUMPER</a:t>
            </a:r>
            <a:endParaRPr/>
          </a:p>
        </p:txBody>
      </p:sp>
      <p:sp>
        <p:nvSpPr>
          <p:cNvPr id="310" name="Google Shape;310;p35"/>
          <p:cNvSpPr txBox="1"/>
          <p:nvPr>
            <p:ph idx="13" type="subTitle"/>
          </p:nvPr>
        </p:nvSpPr>
        <p:spPr>
          <a:xfrm>
            <a:off x="6096050" y="224725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BUMPER</a:t>
            </a:r>
            <a:endParaRPr/>
          </a:p>
        </p:txBody>
      </p:sp>
      <p:sp>
        <p:nvSpPr>
          <p:cNvPr id="311" name="Google Shape;311;p35"/>
          <p:cNvSpPr txBox="1"/>
          <p:nvPr>
            <p:ph idx="14" type="subTitle"/>
          </p:nvPr>
        </p:nvSpPr>
        <p:spPr>
          <a:xfrm>
            <a:off x="6096050" y="3320825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STICK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 txBox="1"/>
          <p:nvPr>
            <p:ph idx="15" type="subTitle"/>
          </p:nvPr>
        </p:nvSpPr>
        <p:spPr>
          <a:xfrm>
            <a:off x="6096050" y="44215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STICK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5"/>
          <p:cNvSpPr txBox="1"/>
          <p:nvPr>
            <p:ph idx="16" type="subTitle"/>
          </p:nvPr>
        </p:nvSpPr>
        <p:spPr>
          <a:xfrm>
            <a:off x="6096050" y="54612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BUTTON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5"/>
          <p:cNvSpPr txBox="1"/>
          <p:nvPr>
            <p:ph idx="17" type="subTitle"/>
          </p:nvPr>
        </p:nvSpPr>
        <p:spPr>
          <a:xfrm>
            <a:off x="6096050" y="65280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BUTTON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5"/>
          <p:cNvSpPr txBox="1"/>
          <p:nvPr>
            <p:ph idx="18" type="subTitle"/>
          </p:nvPr>
        </p:nvSpPr>
        <p:spPr>
          <a:xfrm>
            <a:off x="6096050" y="75948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BUTTON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"/>
          <p:cNvSpPr txBox="1"/>
          <p:nvPr>
            <p:ph idx="19" type="subTitle"/>
          </p:nvPr>
        </p:nvSpPr>
        <p:spPr>
          <a:xfrm>
            <a:off x="6096050" y="8661600"/>
            <a:ext cx="14361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BUTTON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5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"/>
          <p:cNvSpPr txBox="1"/>
          <p:nvPr>
            <p:ph idx="20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5"/>
          <p:cNvSpPr txBox="1"/>
          <p:nvPr>
            <p:ph idx="21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5"/>
          <p:cNvSpPr txBox="1"/>
          <p:nvPr>
            <p:ph idx="22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Blank High Stakes Field</a:t>
            </a:r>
            <a:endParaRPr/>
          </a:p>
        </p:txBody>
      </p:sp>
      <p:sp>
        <p:nvSpPr>
          <p:cNvPr id="326" name="Google Shape;326;p36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6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6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098" y="3960787"/>
            <a:ext cx="291575" cy="29157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7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“High Stakes” Starting Field with Moveable Game Objects</a:t>
            </a:r>
            <a:endParaRPr/>
          </a:p>
        </p:txBody>
      </p:sp>
      <p:sp>
        <p:nvSpPr>
          <p:cNvPr id="335" name="Google Shape;335;p37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7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7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124034" y="227238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388" y="7154627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1875" y="8100025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388" y="6713708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401" y="6736317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104910" y="2251420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086993" y="223143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68908" y="2211420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354761" y="749882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372679" y="7518808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390764" y="753882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2925" y="8100025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773" y="7554830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3843" y="670803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778472" y="4743275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946" y="5800842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088" y="581376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581555" y="579737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594477" y="581723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050125" y="4743275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897101" y="3936964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044525" y="501659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770837" y="501659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843" y="5016602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755863" y="4743289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943" y="5019595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027516" y="4743289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740414" y="3046588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740402" y="3023906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549" y="501561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3820" y="501561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6551" y="4743292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3826" y="4743292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8394" y="2614342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844" y="3046579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582563" y="395887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606386" y="3938876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354764" y="2277906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6374751" y="2259989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394764" y="2241904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410773" y="2221895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832927" y="166548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661877" y="1665481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1124034" y="7508345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1104910" y="7529306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1086993" y="7549293"/>
            <a:ext cx="291575" cy="291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1068908" y="7569306"/>
            <a:ext cx="291575" cy="291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"/>
          <p:cNvSpPr txBox="1"/>
          <p:nvPr>
            <p:ph type="title"/>
          </p:nvPr>
        </p:nvSpPr>
        <p:spPr>
          <a:xfrm>
            <a:off x="688375" y="9380417"/>
            <a:ext cx="68580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“High Stakes” Starting Field with Frozen Game Objects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8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8"/>
          <p:cNvSpPr txBox="1"/>
          <p:nvPr>
            <p:ph idx="2" type="subTitle"/>
          </p:nvPr>
        </p:nvSpPr>
        <p:spPr>
          <a:xfrm>
            <a:off x="4349575" y="9618500"/>
            <a:ext cx="25167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"/>
          <p:cNvSpPr txBox="1"/>
          <p:nvPr>
            <p:ph idx="3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/>
          <p:nvPr/>
        </p:nvSpPr>
        <p:spPr>
          <a:xfrm>
            <a:off x="3873900" y="8477925"/>
            <a:ext cx="32556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1"/>
          <p:cNvSpPr txBox="1"/>
          <p:nvPr>
            <p:ph idx="1" type="subTitle"/>
          </p:nvPr>
        </p:nvSpPr>
        <p:spPr>
          <a:xfrm>
            <a:off x="688375" y="9618529"/>
            <a:ext cx="31968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1"/>
          <p:cNvSpPr txBox="1"/>
          <p:nvPr>
            <p:ph idx="2" type="subTitle"/>
          </p:nvPr>
        </p:nvSpPr>
        <p:spPr>
          <a:xfrm>
            <a:off x="7221650" y="9618500"/>
            <a:ext cx="487500" cy="2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1"/>
          <p:cNvSpPr txBox="1"/>
          <p:nvPr>
            <p:ph idx="3" type="body"/>
          </p:nvPr>
        </p:nvSpPr>
        <p:spPr>
          <a:xfrm>
            <a:off x="230350" y="1077550"/>
            <a:ext cx="7316100" cy="1212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1"/>
          <p:cNvSpPr txBox="1"/>
          <p:nvPr>
            <p:ph idx="4" type="body"/>
          </p:nvPr>
        </p:nvSpPr>
        <p:spPr>
          <a:xfrm>
            <a:off x="230350" y="2512482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1"/>
          <p:cNvSpPr txBox="1"/>
          <p:nvPr>
            <p:ph idx="5" type="body"/>
          </p:nvPr>
        </p:nvSpPr>
        <p:spPr>
          <a:xfrm>
            <a:off x="230350" y="3961278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1"/>
          <p:cNvSpPr txBox="1"/>
          <p:nvPr>
            <p:ph idx="6" type="body"/>
          </p:nvPr>
        </p:nvSpPr>
        <p:spPr>
          <a:xfrm>
            <a:off x="230350" y="5389300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1"/>
          <p:cNvSpPr txBox="1"/>
          <p:nvPr>
            <p:ph idx="7" type="body"/>
          </p:nvPr>
        </p:nvSpPr>
        <p:spPr>
          <a:xfrm>
            <a:off x="230350" y="8273046"/>
            <a:ext cx="36549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1"/>
          <p:cNvSpPr txBox="1"/>
          <p:nvPr>
            <p:ph idx="8" type="body"/>
          </p:nvPr>
        </p:nvSpPr>
        <p:spPr>
          <a:xfrm>
            <a:off x="3885175" y="8273046"/>
            <a:ext cx="36549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1"/>
          <p:cNvSpPr txBox="1"/>
          <p:nvPr>
            <p:ph idx="9" type="body"/>
          </p:nvPr>
        </p:nvSpPr>
        <p:spPr>
          <a:xfrm>
            <a:off x="230350" y="6831175"/>
            <a:ext cx="7316100" cy="12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1"/>
          <p:cNvSpPr txBox="1"/>
          <p:nvPr>
            <p:ph type="title"/>
          </p:nvPr>
        </p:nvSpPr>
        <p:spPr>
          <a:xfrm>
            <a:off x="239925" y="166100"/>
            <a:ext cx="7295400" cy="4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of: MM/DD/YYYY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EX V5 Robotics">
  <a:themeElements>
    <a:clrScheme name="Simple Light">
      <a:dk1>
        <a:srgbClr val="000000"/>
      </a:dk1>
      <a:lt1>
        <a:srgbClr val="FFFFFF"/>
      </a:lt1>
      <a:dk2>
        <a:srgbClr val="888B8D"/>
      </a:dk2>
      <a:lt2>
        <a:srgbClr val="D22630"/>
      </a:lt2>
      <a:accent1>
        <a:srgbClr val="EFBFBA"/>
      </a:accent1>
      <a:accent2>
        <a:srgbClr val="E77F82"/>
      </a:accent2>
      <a:accent3>
        <a:srgbClr val="DF5559"/>
      </a:accent3>
      <a:accent4>
        <a:srgbClr val="A22124"/>
      </a:accent4>
      <a:accent5>
        <a:srgbClr val="5E172F"/>
      </a:accent5>
      <a:accent6>
        <a:srgbClr val="605355"/>
      </a:accent6>
      <a:hlink>
        <a:srgbClr val="D53F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